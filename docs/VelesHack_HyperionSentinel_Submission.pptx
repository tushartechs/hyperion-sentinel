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20" Type="http://schemas.openxmlformats.org/officeDocument/2006/relationships/hyperlink" Target="https://github.com/TusharTechs/hyperion-sentinel" TargetMode="External"/><Relationship Id="rId21" Type="http://schemas.openxmlformats.org/officeDocument/2006/relationships/hyperlink" Target="https://youtu.be/7AZYCdE_vZU" TargetMode="External"/><Relationship Id="rId22" Type="http://schemas.openxmlformats.org/officeDocument/2006/relationships/hyperlink" Target="https://hub.docker.com/r/tushartechs/hyperion" TargetMode="External"/><Relationship Id="rId23" Type="http://schemas.openxmlformats.org/officeDocument/2006/relationships/image" Target="../media/hs_links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20" Type="http://schemas.openxmlformats.org/officeDocument/2006/relationships/image" Target="../media/hs_flow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20" Type="http://schemas.openxmlformats.org/officeDocument/2006/relationships/image" Target="../media/hs_stats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Hyperion Sentinel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8100000" cy="1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The edge-readiness engineer inside the HYPER-AI IDE</a:t>
            </a: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Veles Hack 2026  |  Challenge 1: Hyperion, an LLM-powered agentic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GitHub repo: </a:t>
            </a:r>
            <a:r>
              <a:rPr lang="en">
                <a:hlinkClick r:id="rId20"/>
              </a:rPr>
              <a:t>https://github.com/TusharTechs/hyperion-sentinel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Docker image: </a:t>
            </a:r>
            <a:r>
              <a:rPr lang="en">
                <a:hlinkClick r:id="rId22"/>
              </a:rPr>
              <a:t>https://hub.docker.com/r/tushartechs/hyperion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Demo video (2 min, recorded live in the real IDE): </a:t>
            </a:r>
            <a:r>
              <a:rPr lang="en">
                <a:hlinkClick r:id="rId21"/>
              </a:rPr>
              <a:t>https://youtu.be/7AZYCdE_vZU</a:t>
            </a:r>
            <a:endParaRPr/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" name="Links" descr="QR codes for the source code, the live demo video and the Docker image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" y="2606040"/>
            <a:ext cx="8339328" cy="17895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85206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What: </a:t>
            </a:r>
            <a:r>
              <a:rPr lang="en"/>
              <a:t>an agentic assistant for the HYPER-AI IDE. You chat; it inspects your workspace and acts through IDE actions (create / edit / delete files).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Problem: </a:t>
            </a:r>
            <a:r>
              <a:rPr lang="en"/>
              <a:t>edge deployments fail on the basics: latest images, no limits or probes, root, secrets in config.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Solution: </a:t>
            </a:r>
            <a:r>
              <a:rPr lang="en"/>
              <a:t>a deterministic Edge Readiness analyzer finds and scores issues; the LLM only converses.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Loop: </a:t>
            </a:r>
            <a:r>
              <a:rPr lang="en"/>
              <a:t>inspect, plan, you approve, apply via the IDE, re-read: before vs after.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Criteria: </a:t>
            </a:r>
            <a:r>
              <a:rPr lang="en"/>
              <a:t>guardrails, RAG on the official docs, memory, human-in-the-loop.</a:t>
            </a:r>
            <a:endParaRPr/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" name="Graphic" descr="The Sentinel loop: inspect, analyze, plan, apply, verify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02336" y="3630168"/>
            <a:ext cx="8339328" cy="9395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1152475"/>
            <a:ext cx="85206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Verified live </a:t>
            </a:r>
            <a:r>
              <a:rPr lang="en"/>
              <a:t>in the real IDE with Llama 3.1: readiness 35 to 65, 12 findings fixed.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Deterministic: </a:t>
            </a:r>
            <a:r>
              <a:rPr lang="en"/>
              <a:t>the LLM never sets scores or findings; secrets are never printed.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Safe by design: </a:t>
            </a:r>
            <a:r>
              <a:rPr lang="en"/>
              <a:t>every delete, overwrite and plan needs an explicit yes; guardrails fail closed.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Grounded + memory: </a:t>
            </a:r>
            <a:r>
              <a:rPr lang="en"/>
              <a:t>RAG with sources; per-user memory ("fix the second issue").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Robust: </a:t>
            </a:r>
            <a:r>
              <a:rPr lang="en"/>
              <a:t>works without an IDE backend or API key; 200+ tests; non-root amd64 image.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SzPts val="1400"/>
              <a:buChar char="●"/>
            </a:pPr>
            <a:r>
              <a:rPr lang="en" b="1"/>
              <a:t>Open source </a:t>
            </a:r>
            <a:r>
              <a:rPr lang="en"/>
              <a:t>(Apache-2.0): GitHub, Docker Hub, 2-minute live demo video.</a:t>
            </a:r>
            <a:endParaRPr/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" name="Graphic" descr="Results: edge readiness 35 to 65, 12 findings resolved, 0 changes without a yes, 200+ tests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02336" y="3630168"/>
            <a:ext cx="8339328" cy="9395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